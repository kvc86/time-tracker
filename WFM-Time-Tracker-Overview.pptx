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151B3B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926080"/>
            <a:ext cx="2926080" cy="2926080"/>
          </a:xfrm>
          <a:prstGeom prst="ellipse">
            <a:avLst/>
          </a:prstGeom>
          <a:solidFill>
            <a:srgbClr val="3A53C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3A53C5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3317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WFM Time Tracker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21208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fair way to track work hours, breaks, and pay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21208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digital time clock for a company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as a call center.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clock in and out right from their computer. Behind the scenes, the system keeps the official record of their hours, their breaks, and whether any rules were broken — automatically and the same way for everyone.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371600"/>
            <a:ext cx="3017520" cy="310896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12280" y="1828800"/>
            <a:ext cx="777240" cy="77724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4362" y="20308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Clocked 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52160" y="3154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 ·  4h 12m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ends in 3h 48m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problems it solves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when hours are tracked by hand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65376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067458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01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fudge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194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or honor-system timesheets can be padded or guessed.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865376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62" y="2067458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801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Forgotten clock-outs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943600" y="2194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leave their shift open and the record drifts from reality.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11296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3713378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447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disputes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hours lead to arguments and payroll corrections.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5488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511296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562" y="3713378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3447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visibility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94360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tell who is actually working right now.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in four simple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24712" y="187452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" y="18745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28346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" y="329184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starts their shift on their computer.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96312" y="26060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679192" y="16002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00984" y="1874520"/>
            <a:ext cx="768096" cy="768096"/>
          </a:xfrm>
          <a:prstGeom prst="ellipse">
            <a:avLst/>
          </a:prstGeom>
          <a:solidFill>
            <a:srgbClr val="3A53C5"/>
          </a:solidFill>
          <a:ln/>
        </p:spPr>
      </p:sp>
      <p:sp>
        <p:nvSpPr>
          <p:cNvPr id="11" name="Text 9"/>
          <p:cNvSpPr/>
          <p:nvPr/>
        </p:nvSpPr>
        <p:spPr>
          <a:xfrm>
            <a:off x="3300984" y="18745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88920" y="28346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&amp; breaks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25496" y="329184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tracks their activity and break time.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72584" y="26060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855464" y="16002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7256" y="187452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77256" y="18745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65192" y="28346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enforced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01768" y="329184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over a break and you're clocked out — no manager needed.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48856" y="26060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031736" y="16002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53528" y="1874520"/>
            <a:ext cx="768096" cy="768096"/>
          </a:xfrm>
          <a:prstGeom prst="ellipse">
            <a:avLst/>
          </a:prstGeom>
          <a:solidFill>
            <a:srgbClr val="3A53C5"/>
          </a:solidFill>
          <a:ln/>
        </p:spPr>
      </p:sp>
      <p:sp>
        <p:nvSpPr>
          <p:cNvPr id="23" name="Text 21"/>
          <p:cNvSpPr/>
          <p:nvPr/>
        </p:nvSpPr>
        <p:spPr>
          <a:xfrm>
            <a:off x="7653528" y="18745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141464" y="28346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record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hours flow straight through to pay.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break runs over the limit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keeps breaks honest — and pay accurate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have limits — and now they have teeth.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floor-level employee goes past their bio or regular break limit, the system clocks them out automatically — no manager needed.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3A5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they're logged out they aren't paid — their time counts again only once they clock back 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892040" y="1417320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591056"/>
            <a:ext cx="548640" cy="54864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7566" y="173370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15361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limit exceeded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52160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break past the allowed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92040" y="2468880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2642616"/>
            <a:ext cx="548640" cy="54864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566" y="2785262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2587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Automatically clocked out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52160" y="2926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ends on its own — instantly.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92040" y="3520440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74920" y="3694176"/>
            <a:ext cx="548640" cy="54864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566" y="3836822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52160" y="3639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pauses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852160" y="3977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Logged-out time isn't paid, until they clock back in.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idea: an honest clock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time is kept by the company's secure system — not by the employee's computer.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no one can change the clock on their own laptop to gain extra minutes.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3A5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referee keeping the real game time — not the players keeping it for themselves.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715000" y="1417320"/>
            <a:ext cx="2971800" cy="3017520"/>
          </a:xfrm>
          <a:prstGeom prst="roundRect">
            <a:avLst>
              <a:gd name="adj" fmla="val 3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0" y="1783080"/>
            <a:ext cx="731520" cy="731520"/>
          </a:xfrm>
          <a:prstGeom prst="ellipse">
            <a:avLst/>
          </a:prstGeom>
          <a:solidFill>
            <a:srgbClr val="3A53C5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195" y="1973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26060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897880" y="3429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official time is kept on the secure server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the tools that fit their job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591056" cy="2697480"/>
          </a:xfrm>
          <a:prstGeom prst="roundRect">
            <a:avLst>
              <a:gd name="adj" fmla="val 574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84248"/>
            <a:ext cx="786384" cy="786384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96" y="218870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29260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in and takes breaks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221992" y="1691640"/>
            <a:ext cx="1591056" cy="2697480"/>
          </a:xfrm>
          <a:prstGeom prst="roundRect">
            <a:avLst>
              <a:gd name="adj" fmla="val 574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24328" y="1984248"/>
            <a:ext cx="786384" cy="786384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788" y="2188708"/>
            <a:ext cx="377464" cy="377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76856" y="29260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313432" y="3520440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breaks, watches the team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986784" y="1691640"/>
            <a:ext cx="1591056" cy="2697480"/>
          </a:xfrm>
          <a:prstGeom prst="roundRect">
            <a:avLst>
              <a:gd name="adj" fmla="val 574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89120" y="1984248"/>
            <a:ext cx="786384" cy="786384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580" y="2188708"/>
            <a:ext cx="377464" cy="377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41648" y="29260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Mgmt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078224" y="3520440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schedules, manages staff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751576" y="1691640"/>
            <a:ext cx="1591056" cy="2697480"/>
          </a:xfrm>
          <a:prstGeom prst="roundRect">
            <a:avLst>
              <a:gd name="adj" fmla="val 574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53912" y="1984248"/>
            <a:ext cx="786384" cy="786384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372" y="2188708"/>
            <a:ext cx="377464" cy="377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29260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843016" y="3520440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a department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516368" y="1691640"/>
            <a:ext cx="1591056" cy="2697480"/>
          </a:xfrm>
          <a:prstGeom prst="roundRect">
            <a:avLst>
              <a:gd name="adj" fmla="val 574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918704" y="1984248"/>
            <a:ext cx="786384" cy="786384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164" y="2188708"/>
            <a:ext cx="377464" cy="377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71232" y="29260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607808" y="3520440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hours into pay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Management is the main account — it can create and manage all the other roles.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everything, live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841248" cy="841248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44" y="1773204"/>
            <a:ext cx="403799" cy="4037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5910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team view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54480" y="2011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who's working and who's on break, updating in real time.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880360"/>
            <a:ext cx="841248" cy="841248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44" y="3099084"/>
            <a:ext cx="403799" cy="4037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9169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approvals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54480" y="3337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lead's approval reaches the employee's screen immediately.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715000" y="1417320"/>
            <a:ext cx="2971800" cy="320040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— now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43600" y="205740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151B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080760" y="2212848"/>
            <a:ext cx="146304" cy="146304"/>
          </a:xfrm>
          <a:prstGeom prst="ellipse">
            <a:avLst/>
          </a:prstGeom>
          <a:solidFill>
            <a:srgbClr val="5BBF8A"/>
          </a:solidFill>
          <a:ln/>
        </p:spPr>
      </p:sp>
      <p:sp>
        <p:nvSpPr>
          <p:cNvPr id="15" name="Text 11"/>
          <p:cNvSpPr/>
          <p:nvPr/>
        </p:nvSpPr>
        <p:spPr>
          <a:xfrm>
            <a:off x="635508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31520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shift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0" y="2624328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151B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080760" y="2779776"/>
            <a:ext cx="146304" cy="14630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5"/>
          <p:cNvSpPr/>
          <p:nvPr/>
        </p:nvSpPr>
        <p:spPr>
          <a:xfrm>
            <a:off x="6355080" y="2624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315200" y="26243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break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43600" y="3191256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151B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080760" y="3346704"/>
            <a:ext cx="146304" cy="146304"/>
          </a:xfrm>
          <a:prstGeom prst="ellipse">
            <a:avLst/>
          </a:prstGeom>
          <a:solidFill>
            <a:srgbClr val="5BBF8A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31912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315200" y="31912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shift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943600" y="3758184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151B3B"/>
          </a:solidFill>
          <a:ln/>
        </p:spPr>
      </p:sp>
      <p:sp>
        <p:nvSpPr>
          <p:cNvPr id="26" name="Shape 22"/>
          <p:cNvSpPr/>
          <p:nvPr/>
        </p:nvSpPr>
        <p:spPr>
          <a:xfrm>
            <a:off x="6080760" y="3913632"/>
            <a:ext cx="146304" cy="146304"/>
          </a:xfrm>
          <a:prstGeom prst="ellipse">
            <a:avLst/>
          </a:prstGeom>
          <a:solidFill>
            <a:srgbClr val="8C97B8"/>
          </a:solidFill>
          <a:ln/>
        </p:spPr>
      </p:sp>
      <p:sp>
        <p:nvSpPr>
          <p:cNvPr id="27" name="Text 23"/>
          <p:cNvSpPr/>
          <p:nvPr/>
        </p:nvSpPr>
        <p:spPr>
          <a:xfrm>
            <a:off x="6355080" y="3758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7315200" y="37581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out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and secure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that real people can log in with confidence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46504"/>
            <a:ext cx="548640" cy="54864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88915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secure web address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0560" y="171907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travels over an encrypted, padlock-protected connection.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56032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706624"/>
            <a:ext cx="548640" cy="54864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284927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7919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Two-step sign-in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80560" y="267919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plus a one-time code from your phone — not just a password.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52044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666744"/>
            <a:ext cx="548640" cy="54864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9AA7C7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80939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6393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record of actions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480560" y="36393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edits, and auto log-outs are all logged for accountability.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840480" cy="3840480"/>
          </a:xfrm>
          <a:prstGeom prst="ellipse">
            <a:avLst/>
          </a:prstGeom>
          <a:solidFill>
            <a:srgbClr val="151B3B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280160"/>
            <a:ext cx="3108960" cy="3108960"/>
          </a:xfrm>
          <a:prstGeom prst="ellipse">
            <a:avLst/>
          </a:prstGeom>
          <a:solidFill>
            <a:srgbClr val="3A53C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84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working as one connected system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685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2585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checked every time it's updated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35224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29169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internet at a secure web address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93592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35753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so anyone can set it up and run it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automatic, server-kept clock — ready to show.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WFM Time Tracker — Overview</dc:title>
  <dc:subject>PptxGenJS Presentation</dc:subject>
  <dc:creator>WFM Time Tracker</dc:creator>
  <cp:lastModifiedBy>WFM Time Tracker</cp:lastModifiedBy>
  <cp:revision>1</cp:revision>
  <dcterms:created xsi:type="dcterms:W3CDTF">2026-06-27T12:45:40Z</dcterms:created>
  <dcterms:modified xsi:type="dcterms:W3CDTF">2026-06-27T12:45:40Z</dcterms:modified>
</cp:coreProperties>
</file>