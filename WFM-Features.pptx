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features. 1) Clock-in is tied to the schedule: early, day-off, or late attempts are blocked and recorded. 2) Approved overtime automatically extends the clock-in window so the employee keeps working. 3) Payroll is auto-calculated into a draft (regular, OT, night hours); the payroll team reviews and releases it — a human still gives final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4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Workforce Management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fair, and ready for payroll.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0F9FA"/>
          </a:solidFill>
          <a:ln w="12700">
            <a:solidFill>
              <a:srgbClr val="D6ECEE"/>
            </a:solidFill>
            <a:prstDash val="solid"/>
          </a:ln>
          <a:effectLst>
            <a:outerShdw sx="100000" sy="100000" kx="0" ky="0" algn="bl" rotWithShape="0" blurRad="88900" dist="38100" dir="5400000">
              <a:srgbClr val="0A3B4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802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2997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984248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4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 in only during your shift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057400" y="2423160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can clock in only when their shift is on. Too early, on a day off, or after it ends — the system politely says no and saves a record of the attempt.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3364992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0F9FA"/>
          </a:solidFill>
          <a:ln w="12700">
            <a:solidFill>
              <a:srgbClr val="D6ECEE"/>
            </a:solidFill>
            <a:prstDash val="solid"/>
          </a:ln>
          <a:effectLst>
            <a:outerShdw sx="100000" sy="100000" kx="0" ky="0" algn="bl" rotWithShape="0" blurRad="88900" dist="38100" dir="5400000">
              <a:srgbClr val="0A3B4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62172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388162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57400" y="356616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4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Overtime that just works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057400" y="4005072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manager approves overtime, the system opens the clock so the employee can keep working — no interruptions, and they won't be logged out at their normal end time.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946904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0F9FA"/>
          </a:solidFill>
          <a:ln w="12700">
            <a:solidFill>
              <a:srgbClr val="D6ECEE"/>
            </a:solidFill>
            <a:prstDash val="solid"/>
          </a:ln>
          <a:effectLst>
            <a:outerShdw sx="100000" sy="100000" kx="0" ky="0" algn="bl" rotWithShape="0" blurRad="88900" dist="38100" dir="5400000">
              <a:srgbClr val="0A3B4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244084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546354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5148072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4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 made easy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2057400" y="55869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is worked out automatically — regular, overtime, and night hours — into a draft payslip. The payroll team simply reviews it and releases it. Less manual checking, fewer mistakes.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Suggested Workforce Management Features</dc:title>
  <dc:subject>PptxGenJS Presentation</dc:subject>
  <dc:creator>PptxGenJS</dc:creator>
  <cp:lastModifiedBy>PptxGenJS</cp:lastModifiedBy>
  <cp:revision>1</cp:revision>
  <dcterms:created xsi:type="dcterms:W3CDTF">2026-07-06T08:01:31Z</dcterms:created>
  <dcterms:modified xsi:type="dcterms:W3CDTF">2026-07-06T08:01:31Z</dcterms:modified>
</cp:coreProperties>
</file>